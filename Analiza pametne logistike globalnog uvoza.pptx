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GB" dirty="0"/>
              <a:t>Analiza pametne logistike globalnog uvoza/izvoza i povezanih ruta</a:t>
            </a:r>
            <a:endParaRPr lang="en-US" alt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/>
              <a:t>Ana Opančina IN40/2022</a:t>
            </a:r>
            <a:endParaRPr lang="sr-Latn-RS"/>
          </a:p>
          <a:p>
            <a:r>
              <a:rPr lang="sr-Latn-RS"/>
              <a:t>Filip Popović IN30/2022</a:t>
            </a:r>
            <a:endParaRPr lang="sr-Latn-R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sr-Latn-RS" altLang="en-GB"/>
              <a:t>Opis</a:t>
            </a:r>
            <a:endParaRPr lang="sr-Latn-R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WPS Presentation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HP</cp:lastModifiedBy>
  <cp:revision>3</cp:revision>
  <dcterms:created xsi:type="dcterms:W3CDTF">2025-07-23T00:59:00Z</dcterms:created>
  <dcterms:modified xsi:type="dcterms:W3CDTF">2026-05-31T17:45:18Z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76636C08500A4EB7BB91DE41D1272D49_11</vt:lpwstr>
  </property>
  <property fmtid="{D5CDD505-2E9C-101B-9397-08002B2CF9AE}" pid="3" name="KSOProductBuildVer">
    <vt:lpwstr>2057-12.2.0.23202</vt:lpwstr>
  </property>
</Properties>
</file>